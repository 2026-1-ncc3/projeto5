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lVFNWwEMKjmgI4s/bVzWdOq5k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3.png"/><Relationship Id="rId13" Type="http://schemas.openxmlformats.org/officeDocument/2006/relationships/image" Target="../media/image6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589" y="7479597"/>
            <a:ext cx="10206808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ATLAS - Clínica Maya Yamamoto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Bruno Nóbrega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J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ulia Pereira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Mariana Almeida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Rafaela Florêncio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Katia Bossi, Marco Aurelio Lima,Rodrigo da Rosa, Victor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Rosetti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5966975" y="31719850"/>
            <a:ext cx="114000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000">
                <a:latin typeface="Open Sans"/>
                <a:ea typeface="Open Sans"/>
                <a:cs typeface="Open Sans"/>
                <a:sym typeface="Open Sans"/>
              </a:rPr>
              <a:t>BRASIL. Ministério da Saúde. Sistemas de Informação da Atenção à Saúde: Contextos Históricos, Avanços e Perspectivas no SUS. Brasília: Cidade Gráfica e Editora LTDA, 2015.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000">
                <a:latin typeface="Open Sans"/>
                <a:ea typeface="Open Sans"/>
                <a:cs typeface="Open Sans"/>
                <a:sym typeface="Open Sans"/>
              </a:rPr>
              <a:t>STROPARO, Telma Regina; GUERRA, Avaetê de Lunetta e Rodrigues; CORDEIRO, Elaine da Silva; LEMOS, Valéria Aparecida; BOCHNIAK, Beatriz. Tecnologias Disruptivas e Inteligência Artificial: Impulsionando a Agenda dos Objetivos de Desenvolvimento Sustentável (ODS). Revista Acadêmica da Lusofonia, v. 1, n. 2, p. 1–11, 2024.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570038" y="10965013"/>
            <a:ext cx="12562800" cy="85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Clínica Maya Yamamoto enfrenta desafios que limitam seu potencial de crescimento e eficiência operacional. Atualmente, seus processos são na sua maioria, manuais.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Esse modelo operacional consome tempo, aumenta a ocorrência de falhas e impede uma visão estratégica do negócio. A ausência de uma plataforma unificada resulta em uma gestão fragmentada, dificultando o acompanhamento adequado dos pacientes e comprometendo a qualidade do atendimento.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Dessa forma, um ambiente com grande potencial permanece limitado por processos ineficientes e pela ausência de uma experiência digital estruturada.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70075" y="21125701"/>
            <a:ext cx="12562800" cy="8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Foi desenvolvida uma plataforma digital integrada, composta por aplicação web e aplicativo Android, com o objetivo de modernizar a gestão da Clínica Maya Yamamoto. O sistema centraliza as informações dos pacientes e organiza os atendimentos, substituindo processos manuais por uma solução mais eficiente.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profissional passa a ter acesso rápido aos dados, enquanto os pacientes podem acompanhar consultas, planos de exercícios e relatórios pelo aplicativo, promovendo maior autonomia e engajamento no tratamento.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isso, a solução melhora a organização da clínica, reduz falhas operacionais e proporciona uma experiência mais prática, eficiente e acessível para todos os usuários.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617825" y="10880624"/>
            <a:ext cx="11904300" cy="8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a implementação da plataforma digital na clínica de fisioterapia da Dra. Maya Yamamoto, espera-se uma significativa melhoria na eficiência administrativa e na qualidade do atendimento. O sistema deverá otimizar o agendamento de consultas, reduzir falhas operacionais e facilitar o acesso aos prontuários clínicos. Além disso, prevê-se maior integração entre pacientes e profissionais, com comunicação mais ágil e acompanhamento contínuo dos tratamentos. A digitalização dos processos contribuirá para a sustentabilidade e para a segurança das informações, tornando o ambiente clínico mais moderno e organizado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743964" y="25811822"/>
            <a:ext cx="11652000" cy="27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Como resultado, o projeto deverá promover inclusão digital, fortalecer a relação entre universidade e sociedade e servir como modelo replicável para outras clínicas e instituições de saúde.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" title="downloa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1950" y="35130175"/>
            <a:ext cx="3134175" cy="31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" title="downloa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12175" y="31749175"/>
            <a:ext cx="3134175" cy="31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" title="React-icon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9538" y="32289663"/>
            <a:ext cx="2432998" cy="2164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97475" y="323003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" title="Postgresql_elephant.svg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592800" y="35907605"/>
            <a:ext cx="2666650" cy="274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" title="download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94475" y="35516125"/>
            <a:ext cx="2143125" cy="29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403300" y="19529975"/>
            <a:ext cx="8302216" cy="5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333088" y="19028388"/>
            <a:ext cx="2590800" cy="608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